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78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10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31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9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31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4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76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8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49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14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093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78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115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610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945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0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D91BC-8904-40F2-82F7-F528ABB813E4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C28A5E0-A332-4CD5-92BE-D0A53F66F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77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75020-3CBE-234E-32B7-A4D0B9B6D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Performance dos alunos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D4E1F3-D482-6374-6F0B-74016E174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Criado por: Roger Walter</a:t>
            </a:r>
          </a:p>
          <a:p>
            <a:r>
              <a:rPr lang="pt-BR" dirty="0"/>
              <a:t>Data: 01/09/2025</a:t>
            </a:r>
          </a:p>
        </p:txBody>
      </p:sp>
    </p:spTree>
    <p:extLst>
      <p:ext uri="{BB962C8B-B14F-4D97-AF65-F5344CB8AC3E}">
        <p14:creationId xmlns:p14="http://schemas.microsoft.com/office/powerpoint/2010/main" val="313573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64144-F94F-0EEE-9229-FCA9F459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Apontamentos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1B1A66-54E9-9F86-357E-5BD1F76AA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767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universidade solicitou uma análise para verificar o motivo das notas estão baixas, e explicar o motivo de estar nesse modelo.</a:t>
            </a:r>
          </a:p>
          <a:p>
            <a:pPr marL="0" indent="0">
              <a:buNone/>
            </a:pPr>
            <a:r>
              <a:rPr lang="pt-BR" dirty="0"/>
              <a:t>Eles fizeram uma pesquisa de campo com 200 alunos que estão com as notas abaixo da media solicitada.</a:t>
            </a:r>
          </a:p>
          <a:p>
            <a:pPr marL="0" indent="0">
              <a:buNone/>
            </a:pPr>
            <a:r>
              <a:rPr lang="pt-BR" dirty="0"/>
              <a:t>O motivo disso foi para que eles possam subir a nota no </a:t>
            </a:r>
            <a:r>
              <a:rPr lang="pt-BR" dirty="0" err="1"/>
              <a:t>inep</a:t>
            </a:r>
            <a:r>
              <a:rPr lang="pt-BR" dirty="0"/>
              <a:t> e buscar novos clientes.</a:t>
            </a:r>
          </a:p>
          <a:p>
            <a:pPr marL="0" indent="0">
              <a:buNone/>
            </a:pPr>
            <a:r>
              <a:rPr lang="pt-BR" dirty="0"/>
              <a:t>A média atualmente das nota da universidade e de 33% e a universidade que aumentar pelo menos de 50%.</a:t>
            </a:r>
          </a:p>
        </p:txBody>
      </p:sp>
    </p:spTree>
    <p:extLst>
      <p:ext uri="{BB962C8B-B14F-4D97-AF65-F5344CB8AC3E}">
        <p14:creationId xmlns:p14="http://schemas.microsoft.com/office/powerpoint/2010/main" val="95842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84C05-AD81-0DF8-9506-C97B0D07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3443"/>
          </a:xfrm>
        </p:spPr>
        <p:txBody>
          <a:bodyPr/>
          <a:lstStyle/>
          <a:p>
            <a:r>
              <a:rPr lang="pt-BR" dirty="0"/>
              <a:t>Analise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E132C0-D540-B3A2-6A31-D2C1C6533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301" y="1601998"/>
            <a:ext cx="6069270" cy="246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Na base enviada pela instituição, mostra os parâmetros utilizados para estarem verificando o motivo das notas estarem baixas, eles passaram as seguintes pontos: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Horas Estudadas (Hours </a:t>
            </a:r>
            <a:r>
              <a:rPr lang="pt-BR" dirty="0" err="1"/>
              <a:t>Studied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Horas Dormidas (</a:t>
            </a:r>
            <a:r>
              <a:rPr lang="pt-BR" dirty="0" err="1"/>
              <a:t>Sleep</a:t>
            </a:r>
            <a:r>
              <a:rPr lang="pt-BR" dirty="0"/>
              <a:t> Hours)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Frequência nas aulas. (</a:t>
            </a:r>
            <a:r>
              <a:rPr lang="pt-BR" dirty="0" err="1"/>
              <a:t>Attendance</a:t>
            </a:r>
            <a:r>
              <a:rPr lang="pt-BR" dirty="0"/>
              <a:t> </a:t>
            </a:r>
            <a:r>
              <a:rPr lang="pt-BR" dirty="0" err="1"/>
              <a:t>percent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687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31760-6304-16C1-E737-29395BDD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r>
              <a:rPr lang="pt-BR" dirty="0"/>
              <a:t>Análise exploratória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EBDEA1-1FCD-D0A4-A818-12807487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0" y="1600150"/>
            <a:ext cx="8596668" cy="14478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Horas Estudadas (Hours </a:t>
            </a:r>
            <a:r>
              <a:rPr lang="pt-BR" dirty="0" err="1"/>
              <a:t>Studied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	Na análise exploratória não houve outliers, e vimos que a concentração dos alunos está entre 3 a 5 horas estudadas.</a:t>
            </a:r>
          </a:p>
          <a:p>
            <a:pPr marL="0" indent="0">
              <a:buNone/>
            </a:pPr>
            <a:r>
              <a:rPr lang="pt-BR" dirty="0"/>
              <a:t>	A média estudada e de 6 horas por semana com os dados apontados abaixo.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2405DB-F7EA-A68E-2CA1-0ACE759A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85712"/>
            <a:ext cx="4686954" cy="296268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BAE6A1-D3C7-94EA-6675-79D8B8B59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587" y="3285712"/>
            <a:ext cx="3019846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8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8A3B-9E89-3CDB-D088-4FBEF0D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18201-62DD-E432-BD4B-3ADD5516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r>
              <a:rPr lang="pt-BR" dirty="0"/>
              <a:t>Análise exploratória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85A962-B69E-5268-D179-646BA842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0" y="1600150"/>
            <a:ext cx="8596668" cy="14478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Horas Dormidas (</a:t>
            </a:r>
            <a:r>
              <a:rPr lang="pt-BR" dirty="0" err="1"/>
              <a:t>Sleep</a:t>
            </a:r>
            <a:r>
              <a:rPr lang="pt-BR" dirty="0"/>
              <a:t> Hours)</a:t>
            </a:r>
          </a:p>
          <a:p>
            <a:pPr marL="0" indent="0">
              <a:buNone/>
            </a:pPr>
            <a:r>
              <a:rPr lang="pt-BR" dirty="0"/>
              <a:t>	Na análise exploratória das horas dormidas ou descansada, mostra que quase 50% dos alunos estão dormindo até 6 horas por dia, conforme a análise abaixo.</a:t>
            </a:r>
          </a:p>
          <a:p>
            <a:pPr marL="0" indent="0">
              <a:buNone/>
            </a:pPr>
            <a:r>
              <a:rPr lang="pt-BR" dirty="0"/>
              <a:t>	A média aponta que estão dormindo de fato por volta de 6 horas, por dia.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8C07C2-0A41-C40F-2BD0-9F5840C6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51969"/>
            <a:ext cx="5001323" cy="285789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F138D80-64B5-8C65-13DD-929BA9283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56731"/>
            <a:ext cx="4067743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9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EB56-7FEF-3629-3AB0-24D42D4C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47073-B650-FC4F-9B34-6B3990EC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r>
              <a:rPr lang="pt-BR" dirty="0"/>
              <a:t>Análise exploratória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6CFF8-7E5B-FB57-FDFF-979D8D27F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0" y="1600150"/>
            <a:ext cx="8596668" cy="14478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Frequência nas aulas (</a:t>
            </a:r>
            <a:r>
              <a:rPr lang="pt-BR" dirty="0" err="1"/>
              <a:t>Attendance</a:t>
            </a:r>
            <a:r>
              <a:rPr lang="pt-BR" dirty="0"/>
              <a:t> </a:t>
            </a:r>
            <a:r>
              <a:rPr lang="pt-BR" dirty="0" err="1"/>
              <a:t>percent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	Na frequência dos alunos mostra que a maioria está com frequência boa de 93% isso mostra que eles estão indo bem nas aulas.</a:t>
            </a:r>
          </a:p>
          <a:p>
            <a:pPr marL="0" indent="0">
              <a:buNone/>
            </a:pPr>
            <a:r>
              <a:rPr lang="pt-BR" dirty="0"/>
              <a:t>	A média da frequência e de 75% dos alunos em geral.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93B272-9527-07D8-5E43-93157C9F9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156155"/>
            <a:ext cx="4696480" cy="2876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C35CB6-3E10-A09D-D3C5-F89B0E964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8000"/>
            <a:ext cx="3639058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6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66C79-00FC-3B76-8CCB-C6AD064D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7587"/>
          </a:xfrm>
        </p:spPr>
        <p:txBody>
          <a:bodyPr/>
          <a:lstStyle/>
          <a:p>
            <a:r>
              <a:rPr lang="pt-BR" dirty="0"/>
              <a:t>Análise de correlação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4FAE11-84D9-4E54-3F85-FACAE9FE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0645"/>
            <a:ext cx="8596668" cy="17083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Ná</a:t>
            </a:r>
            <a:r>
              <a:rPr lang="pt-BR" dirty="0"/>
              <a:t> análise de correlação, foi para identificar quais das 3 etapas mostra qual afeta mais as notas dos alunos, com isso a base foi montada por prova final com as devidos campos de analise exploratória, informada anteriormente.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Foi identificado que a correlação mais forte está entre Prova final x Horas estudadas, conforme as imagens abaixo.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0B00E8-34FE-F024-02FA-91D054AD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2" y="3609607"/>
            <a:ext cx="3758030" cy="263879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EB5FF81-4B65-19F8-EBBB-B7261B81F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777" y="3566738"/>
            <a:ext cx="3758030" cy="272453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18DC389-0D34-D9A7-0606-9CCBA143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002" y="3609607"/>
            <a:ext cx="3758030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6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BF09C-2662-78A5-1114-51390145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47" y="344130"/>
            <a:ext cx="8004550" cy="1229031"/>
          </a:xfrm>
        </p:spPr>
        <p:txBody>
          <a:bodyPr/>
          <a:lstStyle/>
          <a:p>
            <a:r>
              <a:rPr lang="pt-BR" dirty="0"/>
              <a:t>Regressão linear – Hora estudada x Nota prova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741629-BA55-57BC-26B8-47FDDD65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47" y="1573161"/>
            <a:ext cx="8596668" cy="178214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Para analisar com a regressão linear, para apurar os dados e ver como podemos melhorar as notas dos alunos, com isso podemos ver como ele pode aumentar as notas deles.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Identificamos que para alcançar sua a nota eles precisam estudar 9 horas por semana, conforme os cálculos abaixo juntando com a regressão linear.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FFD274-4461-D677-0053-E12B12BB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89" y="3355307"/>
            <a:ext cx="5986606" cy="3158563"/>
          </a:xfrm>
          <a:prstGeom prst="rect">
            <a:avLst/>
          </a:prstGeom>
        </p:spPr>
      </p:pic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4C104483-970E-09E2-2472-D20B16617109}"/>
              </a:ext>
            </a:extLst>
          </p:cNvPr>
          <p:cNvSpPr txBox="1">
            <a:spLocks/>
          </p:cNvSpPr>
          <p:nvPr/>
        </p:nvSpPr>
        <p:spPr>
          <a:xfrm>
            <a:off x="7168413" y="3502694"/>
            <a:ext cx="4404155" cy="30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10" name="Espaço Reservado para Conteúdo 3">
            <a:extLst>
              <a:ext uri="{FF2B5EF4-FFF2-40B4-BE49-F238E27FC236}">
                <a16:creationId xmlns:a16="http://schemas.microsoft.com/office/drawing/2014/main" id="{B322AC2E-3635-B071-8ECC-37F00B1B31CA}"/>
              </a:ext>
            </a:extLst>
          </p:cNvPr>
          <p:cNvSpPr txBox="1">
            <a:spLocks/>
          </p:cNvSpPr>
          <p:nvPr/>
        </p:nvSpPr>
        <p:spPr>
          <a:xfrm>
            <a:off x="6983237" y="3355307"/>
            <a:ext cx="4943292" cy="3419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1400" dirty="0"/>
              <a:t>Cálculo: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Sua meta é 50.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Sua média atual é de 33,93.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Diferença = 50 – 33,93 = 16,07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0" indent="0">
              <a:buNone/>
            </a:pPr>
            <a:r>
              <a:rPr lang="pt-BR" sz="1400" dirty="0"/>
              <a:t>	Conforme a análise, cada 1 hora de estudo aumenta sua nota em 1,63411 pontos.</a:t>
            </a:r>
          </a:p>
          <a:p>
            <a:pPr marL="0" indent="0">
              <a:buNone/>
            </a:pPr>
            <a:r>
              <a:rPr lang="pt-BR" sz="1400" dirty="0"/>
              <a:t>Horas Adicionais = Pontos Necessários / Pontos por Hora</a:t>
            </a:r>
          </a:p>
          <a:p>
            <a:pPr marL="0" indent="0">
              <a:buNone/>
            </a:pPr>
            <a:r>
              <a:rPr lang="pt-BR" sz="1400" dirty="0"/>
              <a:t>Horas Adicionais = 16,07 / 1,63411 = 9,83 horas</a:t>
            </a:r>
          </a:p>
          <a:p>
            <a:pPr marL="0" indent="0">
              <a:buNone/>
            </a:pPr>
            <a:endParaRPr lang="pt-BR" sz="1400" dirty="0"/>
          </a:p>
          <a:p>
            <a:pPr marL="0" indent="0">
              <a:buNone/>
            </a:pPr>
            <a:r>
              <a:rPr lang="pt-BR" sz="1400" dirty="0"/>
              <a:t>Isso mostra que os alunos precisa estudar aproximadamente 9 horas e 50 min a mais no seu tempo semanal.</a:t>
            </a:r>
          </a:p>
        </p:txBody>
      </p:sp>
    </p:spTree>
    <p:extLst>
      <p:ext uri="{BB962C8B-B14F-4D97-AF65-F5344CB8AC3E}">
        <p14:creationId xmlns:p14="http://schemas.microsoft.com/office/powerpoint/2010/main" val="258761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AC5A6-B01D-823C-BE8F-473D6FB9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3CCAE-BAC0-022D-CEDA-756FF85F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47" y="344130"/>
            <a:ext cx="8004550" cy="757083"/>
          </a:xfrm>
        </p:spPr>
        <p:txBody>
          <a:bodyPr/>
          <a:lstStyle/>
          <a:p>
            <a:r>
              <a:rPr lang="pt-BR" dirty="0"/>
              <a:t>Plano de 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44A115-1A35-138D-D61D-73ECE3904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47" y="1337187"/>
            <a:ext cx="8596668" cy="17821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Conforme informado no Business case, e preciso orientar os alunos e professores sobre a importância dos estudos, e reforçar que eles precisam se dedicar mais nas hora de estudo semanal.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 isso iremos realizar outra prova e ver como eles se comportaram com o novo método de ensino e com as nova horas adicionadas no horário de estudo. </a:t>
            </a:r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95D98C0C-88DE-0437-D4B3-9FAE81F468D1}"/>
              </a:ext>
            </a:extLst>
          </p:cNvPr>
          <p:cNvSpPr txBox="1">
            <a:spLocks/>
          </p:cNvSpPr>
          <p:nvPr/>
        </p:nvSpPr>
        <p:spPr>
          <a:xfrm>
            <a:off x="7168413" y="3502694"/>
            <a:ext cx="4404155" cy="30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79996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563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Facetado</vt:lpstr>
      <vt:lpstr>Performance dos alunos</vt:lpstr>
      <vt:lpstr>Apontamentos</vt:lpstr>
      <vt:lpstr>Analise</vt:lpstr>
      <vt:lpstr>Análise exploratória</vt:lpstr>
      <vt:lpstr>Análise exploratória</vt:lpstr>
      <vt:lpstr>Análise exploratória</vt:lpstr>
      <vt:lpstr>Análise de correlação</vt:lpstr>
      <vt:lpstr>Regressão linear – Hora estudada x Nota prova</vt:lpstr>
      <vt:lpstr>Plano de 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Walter</dc:creator>
  <cp:lastModifiedBy>Roger Walter</cp:lastModifiedBy>
  <cp:revision>4</cp:revision>
  <dcterms:created xsi:type="dcterms:W3CDTF">2025-09-27T19:26:44Z</dcterms:created>
  <dcterms:modified xsi:type="dcterms:W3CDTF">2025-10-04T18:25:33Z</dcterms:modified>
</cp:coreProperties>
</file>